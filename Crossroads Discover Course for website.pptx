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Libre Baskerville Bold" panose="020B0604020202020204" charset="0"/>
      <p:regular r:id="rId3"/>
      <p:bold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108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atthiasmedia.com.au/pages/discover-videos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B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56637" y="345020"/>
            <a:ext cx="2435857" cy="2427095"/>
          </a:xfrm>
          <a:custGeom>
            <a:avLst/>
            <a:gdLst/>
            <a:ahLst/>
            <a:cxnLst/>
            <a:rect l="l" t="t" r="r" b="b"/>
            <a:pathLst>
              <a:path w="2435857" h="2427095">
                <a:moveTo>
                  <a:pt x="0" y="0"/>
                </a:moveTo>
                <a:lnTo>
                  <a:pt x="2435858" y="0"/>
                </a:lnTo>
                <a:lnTo>
                  <a:pt x="2435858" y="2427095"/>
                </a:lnTo>
                <a:lnTo>
                  <a:pt x="0" y="2427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791200" y="800100"/>
            <a:ext cx="5566732" cy="1516934"/>
          </a:xfrm>
          <a:custGeom>
            <a:avLst/>
            <a:gdLst/>
            <a:ahLst/>
            <a:cxnLst/>
            <a:rect l="l" t="t" r="r" b="b"/>
            <a:pathLst>
              <a:path w="5566732" h="1516934">
                <a:moveTo>
                  <a:pt x="0" y="0"/>
                </a:moveTo>
                <a:lnTo>
                  <a:pt x="5566732" y="0"/>
                </a:lnTo>
                <a:lnTo>
                  <a:pt x="5566732" y="1516935"/>
                </a:lnTo>
                <a:lnTo>
                  <a:pt x="0" y="151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676383" y="9198212"/>
            <a:ext cx="3611617" cy="1099188"/>
          </a:xfrm>
          <a:custGeom>
            <a:avLst/>
            <a:gdLst/>
            <a:ahLst/>
            <a:cxnLst/>
            <a:rect l="l" t="t" r="r" b="b"/>
            <a:pathLst>
              <a:path w="3611617" h="1099188">
                <a:moveTo>
                  <a:pt x="0" y="0"/>
                </a:moveTo>
                <a:lnTo>
                  <a:pt x="3611617" y="0"/>
                </a:lnTo>
                <a:lnTo>
                  <a:pt x="3611617" y="1099188"/>
                </a:lnTo>
                <a:lnTo>
                  <a:pt x="0" y="1099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916966" y="3501027"/>
            <a:ext cx="10696564" cy="147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 spc="848" dirty="0">
                <a:solidFill>
                  <a:srgbClr val="1A3D52"/>
                </a:solidFill>
                <a:latin typeface="Aptos Display" panose="020B0004020202020204" pitchFamily="34" charset="0"/>
                <a:ea typeface="TT Norms Ultra-Bold"/>
                <a:cs typeface="TT Norms Ultra-Bold"/>
                <a:sym typeface="TT Norms Ultra-Bold"/>
              </a:rPr>
              <a:t>DISCOVER TRUTH</a:t>
            </a:r>
          </a:p>
          <a:p>
            <a:pPr algn="l">
              <a:lnSpc>
                <a:spcPts val="3920"/>
              </a:lnSpc>
            </a:pPr>
            <a:r>
              <a:rPr lang="en-US" sz="2800" b="1" spc="848" dirty="0">
                <a:solidFill>
                  <a:srgbClr val="1A3D52"/>
                </a:solidFill>
                <a:latin typeface="Aptos Display" panose="020B0004020202020204" pitchFamily="34" charset="0"/>
                <a:ea typeface="TT Norms Ultra-Bold"/>
                <a:cs typeface="TT Norms Ultra-Bold"/>
                <a:sym typeface="TT Norms Ultra-Bold"/>
              </a:rPr>
              <a:t>DISCOVER HOPE</a:t>
            </a:r>
          </a:p>
          <a:p>
            <a:pPr algn="l">
              <a:lnSpc>
                <a:spcPts val="3920"/>
              </a:lnSpc>
            </a:pPr>
            <a:r>
              <a:rPr lang="en-US" sz="2800" b="1" spc="848" dirty="0">
                <a:solidFill>
                  <a:srgbClr val="1A3D52"/>
                </a:solidFill>
                <a:latin typeface="Aptos Display" panose="020B0004020202020204" pitchFamily="34" charset="0"/>
                <a:ea typeface="TT Norms Ultra-Bold"/>
                <a:cs typeface="TT Norms Ultra-Bold"/>
                <a:sym typeface="TT Norms Ultra-Bold"/>
              </a:rPr>
              <a:t>DISCOVER LIFE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16966" y="5449194"/>
            <a:ext cx="4900159" cy="41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438" b="1" spc="390">
                <a:solidFill>
                  <a:srgbClr val="1A3D5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Starts: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16966" y="7361924"/>
            <a:ext cx="10874649" cy="54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spc="512" dirty="0">
                <a:solidFill>
                  <a:srgbClr val="1A3D52"/>
                </a:solidFill>
                <a:latin typeface="Aptos" panose="020B0004020202020204" pitchFamily="34" charset="0"/>
                <a:ea typeface="TT Norms Bold"/>
                <a:cs typeface="TT Norms Bold"/>
                <a:sym typeface="TT Norms Bold"/>
              </a:rPr>
              <a:t>SALAMANCA ARTS CENTRE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16966" y="3020038"/>
            <a:ext cx="10524324" cy="41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438" b="1" spc="390" dirty="0">
                <a:solidFill>
                  <a:srgbClr val="1A3D5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Join us for a five-week course to: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16966" y="5916876"/>
            <a:ext cx="10377065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672" dirty="0">
                <a:solidFill>
                  <a:srgbClr val="FFFFFF"/>
                </a:solidFill>
                <a:latin typeface="Aptos" panose="020B0004020202020204" pitchFamily="34" charset="0"/>
                <a:ea typeface="TT Norms Bold"/>
                <a:cs typeface="TT Norms Bold"/>
                <a:sym typeface="TT Norms Bold"/>
              </a:rPr>
              <a:t>WEDNESDAY</a:t>
            </a:r>
          </a:p>
          <a:p>
            <a:pPr algn="l">
              <a:lnSpc>
                <a:spcPts val="5040"/>
              </a:lnSpc>
            </a:pPr>
            <a:r>
              <a:rPr lang="en-US" sz="4200" b="1" spc="672" dirty="0">
                <a:solidFill>
                  <a:srgbClr val="FFFFFF"/>
                </a:solidFill>
                <a:latin typeface="Aptos" panose="020B0004020202020204" pitchFamily="34" charset="0"/>
                <a:ea typeface="TT Norms Bold"/>
                <a:cs typeface="TT Norms Bold"/>
                <a:sym typeface="TT Norms Bold"/>
              </a:rPr>
              <a:t>19 AUGUST 2026, 7PM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16966" y="8297183"/>
            <a:ext cx="9111590" cy="41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438" b="1" spc="390" dirty="0">
                <a:solidFill>
                  <a:srgbClr val="1A3D5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Interested? info@crossroadshobart.org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975463-50B3-B3EF-0F1F-76950EB1C7B2}"/>
              </a:ext>
            </a:extLst>
          </p:cNvPr>
          <p:cNvSpPr txBox="1"/>
          <p:nvPr/>
        </p:nvSpPr>
        <p:spPr>
          <a:xfrm>
            <a:off x="4884556" y="9100260"/>
            <a:ext cx="9144000" cy="46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38" b="1" spc="390" dirty="0">
                <a:solidFill>
                  <a:srgbClr val="1A3D5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Check out the Discover course online </a:t>
            </a:r>
            <a:r>
              <a:rPr lang="en-US" sz="2438" b="1" spc="390" dirty="0">
                <a:solidFill>
                  <a:srgbClr val="1A3D5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  <a:hlinkClick r:id="rId5"/>
              </a:rPr>
              <a:t>here</a:t>
            </a:r>
            <a:endParaRPr lang="en-A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 Display</vt:lpstr>
      <vt:lpstr>Calibri</vt:lpstr>
      <vt:lpstr>Libre Baskerville Bold</vt:lpstr>
      <vt:lpstr>Arial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Discover Promotional Slide</dc:title>
  <cp:lastModifiedBy>Jake Bevan</cp:lastModifiedBy>
  <cp:revision>4</cp:revision>
  <dcterms:created xsi:type="dcterms:W3CDTF">2006-08-16T00:00:00Z</dcterms:created>
  <dcterms:modified xsi:type="dcterms:W3CDTF">2026-07-30T23:45:33Z</dcterms:modified>
  <dc:identifier>DAHPg08EzP4</dc:identifier>
</cp:coreProperties>
</file>